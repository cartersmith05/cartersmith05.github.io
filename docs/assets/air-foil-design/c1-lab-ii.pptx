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5bb0ae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5bb0ae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59403ac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59403ac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c5bb0ae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c5bb0ae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c5bb0ae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c5bb0ae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c5bb0ae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c5bb0ae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file/d/1_2u8-Y9gklCJShJdl0y2zRCwcLp90INw/view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C1. Lab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Lift Tickets: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Aaron Mak, Juliette Meijaard, Sidney Moyer, Carter Smith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98450" y="3781125"/>
            <a:ext cx="8147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Group presentation video link: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https://drive.google.com/file/d/1_2u8-Y9gklCJShJdl0y2zRCwcLp90INw/view?usp=sharing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Process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45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Each group member selected a few airfoil designs, tested them in XFLR5, and compared results to determine which one had the best performance metrics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looked to maximize lift before stall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looked for longest stall, so we would see it in our experiment 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As high of a peak in Cl as possible as early as possible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6078016" y="4151618"/>
            <a:ext cx="34554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Image 1: Initial iteration of wing design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64" name="Google Shape;64;p14" title="C06092F1-49B0-455E-B1B4-9B743CCA78E5_1_1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266" y="1061480"/>
            <a:ext cx="2220900" cy="296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Screenshot 2026-03-02 at 7.31.2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7051" y="110700"/>
            <a:ext cx="1994499" cy="1575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Screenshot 2026-03-02 at 7.31.45 PM.png"/>
          <p:cNvPicPr preferRelativeResize="0"/>
          <p:nvPr/>
        </p:nvPicPr>
        <p:blipFill rotWithShape="1">
          <a:blip r:embed="rId5">
            <a:alphaModFix/>
          </a:blip>
          <a:srcRect b="0" l="0" r="1643" t="0"/>
          <a:stretch/>
        </p:blipFill>
        <p:spPr>
          <a:xfrm>
            <a:off x="4274613" y="1844884"/>
            <a:ext cx="1913148" cy="1530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Screenshot 2026-03-02 at 7.32.20 PM.png"/>
          <p:cNvPicPr preferRelativeResize="0"/>
          <p:nvPr/>
        </p:nvPicPr>
        <p:blipFill rotWithShape="1">
          <a:blip r:embed="rId6">
            <a:alphaModFix/>
          </a:blip>
          <a:srcRect b="1530" l="0" r="0" t="-1530"/>
          <a:stretch/>
        </p:blipFill>
        <p:spPr>
          <a:xfrm>
            <a:off x="4274600" y="3423675"/>
            <a:ext cx="1994499" cy="1571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Wing Design Based on NACA 4415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220250" y="4445475"/>
            <a:ext cx="29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Image 2: Final iteration of wing design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74" name="Google Shape;74;p15" title="Screenshot 2026-03-02 at 5.08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40163" y="1543875"/>
            <a:ext cx="1862087" cy="28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IMG_061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7000" y="1620100"/>
            <a:ext cx="3308201" cy="24811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4210150" y="4445475"/>
            <a:ext cx="290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Image 3: Final iteration of wing design in wind tunnel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Lift vs Angle of Attack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79425"/>
            <a:ext cx="3712800" cy="32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XFLR5 gave us an expected stall angle of 17 degrees, however, in testing, we did not see the stall angle of attack appear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4419650" y="3900225"/>
            <a:ext cx="41046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Figure 1: Coefficient of Lift vs. Angle of Attack for XFLR5 model and Experimental Data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4" name="Google Shape;84;p16" title="experiment_c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437" y="650975"/>
            <a:ext cx="3925024" cy="30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7810500" y="1181100"/>
            <a:ext cx="54300" cy="60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7020275" y="873650"/>
            <a:ext cx="12459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Stall 𝛼 ≅ 32°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Performance Metrics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Stall angle of attack → 32°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begins to plateau at this point, however a true stall point is not seen in our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Curvature at stall → because we do not reach the true stall point in our experimental data, the curvature at stall cannot be determined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Lift coefficient → 1.23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this is different?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experimental wing has </a:t>
            </a:r>
            <a:r>
              <a:rPr lang="en"/>
              <a:t>finite wing effects -&gt; downwash and tip vortices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-&gt; reduced effective angle of attack and reduced coefficient of lift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-&gt; wing does not reach stall even at an angle as high as 30 degrees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experimental setup would likely yield different design choice: constrained by strain gauge thickness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emphasis on proper calibration and proper data collection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constraint - ideally print earlier and more to iterate more intently on our design. Explore more </a:t>
            </a:r>
            <a:r>
              <a:rPr lang="en"/>
              <a:t>options</a:t>
            </a:r>
            <a:r>
              <a:rPr lang="en"/>
              <a:t> as well (</a:t>
            </a:r>
            <a:r>
              <a:rPr lang="en"/>
              <a:t>tapered</a:t>
            </a:r>
            <a:r>
              <a:rPr lang="en"/>
              <a:t> wing, surface design, dimples, winglet, etc.)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Unexpected that we didn’t reach stall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